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Onboard SWARM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Confirm monitoring scope</a:t>
            </a:r>
            <a:br/>
            <a:r>
              <a:t>- Identify GCP resources</a:t>
            </a:r>
            <a:br/>
            <a:r>
              <a:t>- Select metrics to monitor</a:t>
            </a:r>
          </a:p>
          <a:p>
            <a:pPr/>
            <a:r>
              <a:t>Define prediction requirements</a:t>
            </a:r>
            <a:br/>
            <a:r>
              <a:t>- Forecast horizon &amp; granularity</a:t>
            </a:r>
            <a:br/>
            <a:r>
              <a:t>- Define success criteria</a:t>
            </a:r>
          </a:p>
          <a:p>
            <a:pPr/>
            <a:r>
              <a:t>Set up alerting channel (xMatters)</a:t>
            </a:r>
            <a:br/>
            <a:r>
              <a:t>- Create/reuse channel</a:t>
            </a:r>
            <a:br/>
            <a:r>
              <a:t>- Configure routing &amp; ownership</a:t>
            </a:r>
          </a:p>
          <a:p>
            <a:pPr/>
            <a:r>
              <a:t>Configure metrics ingestion</a:t>
            </a:r>
            <a:br/>
            <a:r>
              <a:t>- Update metrics config</a:t>
            </a:r>
            <a:br/>
            <a:r>
              <a:t>- Define filters, thresholds, datasets</a:t>
            </a:r>
          </a:p>
          <a:p>
            <a:pPr/>
            <a:r>
              <a:t>Prepare Dataflow artefacts</a:t>
            </a:r>
            <a:br/>
            <a:r>
              <a:t>- Pipelines, parameters, schedules</a:t>
            </a:r>
            <a:br/>
            <a:r>
              <a:t>- Service accounts &amp; networking</a:t>
            </a:r>
          </a:p>
          <a:p>
            <a:pPr/>
            <a:r>
              <a:t>Deploy via HDPv2 pipelines</a:t>
            </a:r>
            <a:br/>
            <a:r>
              <a:t>- CI/CD deployment &amp; promotion</a:t>
            </a:r>
          </a:p>
          <a:p>
            <a:pPr/>
            <a:r>
              <a:t>Validate data &amp; outcomes</a:t>
            </a:r>
            <a:br/>
            <a:r>
              <a:t>- Verify data landing</a:t>
            </a:r>
            <a:br/>
            <a:r>
              <a:t>- Ensure dashboards &amp; alerts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